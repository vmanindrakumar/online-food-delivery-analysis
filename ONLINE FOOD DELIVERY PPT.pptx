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🍔 Online Food Delivery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A155-B14D-BB87-3227-85DD58AB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Data-Driven Business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73462-BAA5-24F3-0435-E77E580BE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971935" cy="2293374"/>
          </a:xfrm>
        </p:spPr>
        <p:txBody>
          <a:bodyPr/>
          <a:lstStyle/>
          <a:p>
            <a:r>
              <a:rPr lang="en-US" dirty="0"/>
              <a:t>Python + Pandas/NumPy • MySQL • </a:t>
            </a:r>
            <a:r>
              <a:rPr lang="en-US" dirty="0" err="1"/>
              <a:t>Streamlit</a:t>
            </a:r>
            <a:endParaRPr lang="en-US" dirty="0"/>
          </a:p>
          <a:p>
            <a:r>
              <a:rPr lang="en-US" dirty="0"/>
              <a:t>100,000 online food delivery orders</a:t>
            </a:r>
          </a:p>
          <a:p>
            <a:r>
              <a:rPr lang="en-US" dirty="0"/>
              <a:t>Focus: customers, revenue, delivery, restaurants and cancellations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38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Understand customer ordering behavior</a:t>
            </a:r>
          </a:p>
          <a:p>
            <a:pPr>
              <a:spcAft>
                <a:spcPts val="1000"/>
              </a:spcAft>
              <a:defRPr sz="2200"/>
            </a:pPr>
            <a:r>
              <a:t>Identify operational inefficiencies in delivery</a:t>
            </a:r>
          </a:p>
          <a:p>
            <a:pPr>
              <a:spcAft>
                <a:spcPts val="1000"/>
              </a:spcAft>
              <a:defRPr sz="2200"/>
            </a:pPr>
            <a:r>
              <a:t>Evaluate restaurant and cuisine performance</a:t>
            </a:r>
          </a:p>
          <a:p>
            <a:pPr>
              <a:spcAft>
                <a:spcPts val="1000"/>
              </a:spcAft>
              <a:defRPr sz="2200"/>
            </a:pPr>
            <a:r>
              <a:t>Track revenue, profit and cancellation patterns</a:t>
            </a:r>
          </a:p>
          <a:p>
            <a:pPr>
              <a:spcAft>
                <a:spcPts val="1000"/>
              </a:spcAft>
              <a:defRPr sz="2200"/>
            </a:pPr>
            <a:r>
              <a:t>Provide business-focused insights for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Cleaning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Standardized text fields and parsed mixed-format dates</a:t>
            </a:r>
          </a:p>
          <a:p>
            <a:pPr>
              <a:spcAft>
                <a:spcPts val="1000"/>
              </a:spcAft>
              <a:defRPr sz="2000"/>
            </a:pPr>
            <a:r>
              <a:t>Filled selected categorical missing values using mode</a:t>
            </a:r>
          </a:p>
          <a:p>
            <a:pPr>
              <a:spcAft>
                <a:spcPts val="1000"/>
              </a:spcAft>
              <a:defRPr sz="2000"/>
            </a:pPr>
            <a:r>
              <a:t>Filled selected numeric missing values using median</a:t>
            </a:r>
          </a:p>
          <a:p>
            <a:pPr>
              <a:spcAft>
                <a:spcPts val="1000"/>
              </a:spcAft>
              <a:defRPr sz="2000"/>
            </a:pPr>
            <a:r>
              <a:t>Capped invalid/domain values for ratings, distance, delivery time and financial fields</a:t>
            </a:r>
          </a:p>
          <a:p>
            <a:pPr>
              <a:spcAft>
                <a:spcPts val="1000"/>
              </a:spcAft>
              <a:defRPr sz="2000"/>
            </a:pPr>
            <a:r>
              <a:t>Created Order_Hour, Order_Day_Type, Age_Group, Profit_Amount, Delivery_Performance, Discount_Pct and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Total Orders: 100,000</a:t>
            </a:r>
          </a:p>
          <a:p>
            <a:pPr>
              <a:spcAft>
                <a:spcPts val="1000"/>
              </a:spcAft>
              <a:defRPr sz="2000"/>
            </a:pPr>
            <a:r>
              <a:t>Total Revenue: ₹170,094,506</a:t>
            </a:r>
          </a:p>
          <a:p>
            <a:pPr>
              <a:spcAft>
                <a:spcPts val="1000"/>
              </a:spcAft>
              <a:defRPr sz="2000"/>
            </a:pPr>
            <a:r>
              <a:t>Average Order Value: ₹1,700.95</a:t>
            </a:r>
          </a:p>
          <a:p>
            <a:pPr>
              <a:spcAft>
                <a:spcPts val="1000"/>
              </a:spcAft>
              <a:defRPr sz="2000"/>
            </a:pPr>
            <a:r>
              <a:t>Average Delivery Time: 124.98 minutes</a:t>
            </a:r>
          </a:p>
          <a:p>
            <a:pPr>
              <a:spcAft>
                <a:spcPts val="1000"/>
              </a:spcAft>
              <a:defRPr sz="2000"/>
            </a:pPr>
            <a:r>
              <a:t>Cancellation Rate: 15.04%</a:t>
            </a:r>
          </a:p>
          <a:p>
            <a:pPr>
              <a:spcAft>
                <a:spcPts val="1000"/>
              </a:spcAft>
              <a:defRPr sz="2000"/>
            </a:pPr>
            <a:r>
              <a:t>Average Delivery Rating: 2.99/5</a:t>
            </a:r>
          </a:p>
          <a:p>
            <a:pPr>
              <a:spcAft>
                <a:spcPts val="1000"/>
              </a:spcAft>
              <a:defRPr sz="2000"/>
            </a:pPr>
            <a:r>
              <a:t>Average Profit Margin: 17.88%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Highest-revenue city: Hyderabad (₹57,034,000)</a:t>
            </a:r>
          </a:p>
          <a:p>
            <a:pPr>
              <a:spcAft>
                <a:spcPts val="1000"/>
              </a:spcAft>
              <a:defRPr sz="2100"/>
            </a:pPr>
            <a:r>
              <a:t>Highest-revenue cuisine: Indian (₹57,427,079)</a:t>
            </a:r>
          </a:p>
          <a:p>
            <a:pPr>
              <a:spcAft>
                <a:spcPts val="1000"/>
              </a:spcAft>
              <a:defRPr sz="2100"/>
            </a:pPr>
            <a:r>
              <a:t>Most-used payment mode: Card</a:t>
            </a:r>
          </a:p>
          <a:p>
            <a:pPr>
              <a:spcAft>
                <a:spcPts val="1000"/>
              </a:spcAft>
              <a:defRPr sz="2100"/>
            </a:pPr>
            <a:r>
              <a:t>Most frequent cancellation reason: Unknown</a:t>
            </a:r>
          </a:p>
          <a:p>
            <a:pPr>
              <a:spcAft>
                <a:spcPts val="1000"/>
              </a:spcAft>
              <a:defRPr sz="2100"/>
            </a:pPr>
            <a:r>
              <a:t>Restaurant, city, cuisine and delivery metrics can be compared through the dashboard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Restaurants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Restaurant_221: ₹431,800</a:t>
            </a:r>
          </a:p>
          <a:p>
            <a:pPr>
              <a:spcAft>
                <a:spcPts val="1000"/>
              </a:spcAft>
              <a:defRPr sz="2400"/>
            </a:pPr>
            <a:r>
              <a:t>Restaurant_74: ₹419,559</a:t>
            </a:r>
          </a:p>
          <a:p>
            <a:pPr>
              <a:spcAft>
                <a:spcPts val="1000"/>
              </a:spcAft>
              <a:defRPr sz="2400"/>
            </a:pPr>
            <a:r>
              <a:t>Restaurant_382: ₹415,099</a:t>
            </a:r>
          </a:p>
          <a:p>
            <a:pPr>
              <a:spcAft>
                <a:spcPts val="1000"/>
              </a:spcAft>
              <a:defRPr sz="2400"/>
            </a:pPr>
            <a:r>
              <a:t>Restaurant_87: ₹414,390</a:t>
            </a:r>
          </a:p>
          <a:p>
            <a:pPr>
              <a:spcAft>
                <a:spcPts val="1000"/>
              </a:spcAft>
              <a:defRPr sz="2400"/>
            </a:pPr>
            <a:r>
              <a:t>Restaurant_89: ₹410,911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Streamlit dashboard provides interactive filters for city, cuisine, order status and date range</a:t>
            </a:r>
          </a:p>
          <a:p>
            <a:pPr>
              <a:spcAft>
                <a:spcPts val="1000"/>
              </a:spcAft>
              <a:defRPr sz="2100"/>
            </a:pPr>
            <a:r>
              <a:t>KPIs: orders, revenue, AOV, delivery time, cancellation rate, delivery rating and profit margin</a:t>
            </a:r>
          </a:p>
          <a:p>
            <a:pPr>
              <a:spcAft>
                <a:spcPts val="1000"/>
              </a:spcAft>
              <a:defRPr sz="2100"/>
            </a:pPr>
            <a:r>
              <a:t>Visuals: monthly revenue, city orders, cuisine revenue, city delivery time and cancellation reasons</a:t>
            </a:r>
          </a:p>
          <a:p>
            <a:pPr>
              <a:spcAft>
                <a:spcPts val="1000"/>
              </a:spcAft>
              <a:defRPr sz="2100"/>
            </a:pPr>
            <a:r>
              <a:t>Filtered data can be downloaded from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rPr dirty="0"/>
              <a:t>Python cleaning and EDA scripts</a:t>
            </a:r>
          </a:p>
          <a:p>
            <a:pPr>
              <a:spcAft>
                <a:spcPts val="1000"/>
              </a:spcAft>
              <a:defRPr sz="2100"/>
            </a:pPr>
            <a:r>
              <a:rPr dirty="0"/>
              <a:t>Cleaned analytical CSV</a:t>
            </a:r>
          </a:p>
          <a:p>
            <a:pPr>
              <a:spcAft>
                <a:spcPts val="1000"/>
              </a:spcAft>
              <a:defRPr sz="2100"/>
            </a:pPr>
            <a:r>
              <a:rPr dirty="0"/>
              <a:t>MySQL schema and 15 business SQL queries</a:t>
            </a:r>
          </a:p>
          <a:p>
            <a:pPr>
              <a:spcAft>
                <a:spcPts val="1000"/>
              </a:spcAft>
              <a:defRPr sz="2100"/>
            </a:pPr>
            <a:r>
              <a:rPr dirty="0" err="1"/>
              <a:t>Streamlit</a:t>
            </a:r>
            <a:r>
              <a:rPr dirty="0"/>
              <a:t> interactive dashboard</a:t>
            </a:r>
          </a:p>
          <a:p>
            <a:pPr>
              <a:spcAft>
                <a:spcPts val="1000"/>
              </a:spcAft>
              <a:defRPr sz="2100"/>
            </a:pPr>
            <a:r>
              <a:rPr dirty="0"/>
              <a:t>README and </a:t>
            </a:r>
            <a:r>
              <a:t>project documentation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336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🍔 Online Food Delivery Analysis</vt:lpstr>
      <vt:lpstr>Data-Driven Business Insights </vt:lpstr>
      <vt:lpstr>Project Objectives</vt:lpstr>
      <vt:lpstr>Data Cleaning &amp; Feature Engineering</vt:lpstr>
      <vt:lpstr>Key KPIs</vt:lpstr>
      <vt:lpstr>Business Findings</vt:lpstr>
      <vt:lpstr>Top 5 Restaurants by Revenue</vt:lpstr>
      <vt:lpstr>Dashboard</vt:lpstr>
      <vt:lpstr>Project Deliverables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MANINDRA KUMAR</cp:lastModifiedBy>
  <cp:revision>3</cp:revision>
  <dcterms:created xsi:type="dcterms:W3CDTF">2013-01-27T09:14:16Z</dcterms:created>
  <dcterms:modified xsi:type="dcterms:W3CDTF">2026-09-19T03:18:24Z</dcterms:modified>
  <cp:category/>
</cp:coreProperties>
</file>